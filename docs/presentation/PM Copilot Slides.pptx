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hyperlink" Target="https://drive.google.com/file/d/1qUHIxNST5DMqCJBI0oy1lMHpr3bLk8-A/view?usp=drive_link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1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2.png" id="22" name="Google Shape;2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3.png" id="28" name="Google Shape;2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4.png" id="34" name="Google Shape;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5.png" id="40" name="Google Shape;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7">
            <a:hlinkClick r:id="rId4"/>
          </p:cNvPr>
          <p:cNvSpPr/>
          <p:nvPr/>
        </p:nvSpPr>
        <p:spPr>
          <a:xfrm>
            <a:off x="6707981" y="4364831"/>
            <a:ext cx="1921669" cy="378619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6.png" id="47" name="Google Shape;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7.png" id="53" name="Google Shape;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8.png" id="59" name="Google Shape;5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09.png" id="65" name="Google Shape;6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10.png" id="71" name="Google Shape;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11.png" id="77" name="Google Shape;7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-12.png" id="83" name="Google Shape;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